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2"/>
  </p:notesMasterIdLst>
  <p:sldIdLst>
    <p:sldId id="256" r:id="rId2"/>
    <p:sldId id="267" r:id="rId3"/>
    <p:sldId id="259" r:id="rId4"/>
    <p:sldId id="258" r:id="rId5"/>
    <p:sldId id="260" r:id="rId6"/>
    <p:sldId id="261" r:id="rId7"/>
    <p:sldId id="263" r:id="rId8"/>
    <p:sldId id="264" r:id="rId9"/>
    <p:sldId id="262" r:id="rId10"/>
    <p:sldId id="269" r:id="rId11"/>
    <p:sldId id="265" r:id="rId12"/>
    <p:sldId id="266" r:id="rId13"/>
    <p:sldId id="271" r:id="rId14"/>
    <p:sldId id="272" r:id="rId15"/>
    <p:sldId id="273" r:id="rId16"/>
    <p:sldId id="275" r:id="rId17"/>
    <p:sldId id="274" r:id="rId18"/>
    <p:sldId id="276" r:id="rId19"/>
    <p:sldId id="277" r:id="rId20"/>
    <p:sldId id="278" r:id="rId21"/>
  </p:sldIdLst>
  <p:sldSz cx="9144000" cy="5143500" type="screen16x9"/>
  <p:notesSz cx="6858000" cy="9144000"/>
  <p:defaultTextStyle>
    <a:defPPr>
      <a:defRPr lang="nl-NL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  <a:srgbClr val="EE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58" autoAdjust="0"/>
    <p:restoredTop sz="96433" autoAdjust="0"/>
  </p:normalViewPr>
  <p:slideViewPr>
    <p:cSldViewPr snapToGrid="0" showGuides="1">
      <p:cViewPr varScale="1">
        <p:scale>
          <a:sx n="109" d="100"/>
          <a:sy n="109" d="100"/>
        </p:scale>
        <p:origin x="691" y="82"/>
      </p:cViewPr>
      <p:guideLst/>
    </p:cSldViewPr>
  </p:slideViewPr>
  <p:outlineViewPr>
    <p:cViewPr>
      <p:scale>
        <a:sx n="33" d="100"/>
        <a:sy n="33" d="100"/>
      </p:scale>
      <p:origin x="0" y="-397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Blad1!$B$1</c:f>
              <c:strCache>
                <c:ptCount val="1"/>
                <c:pt idx="0">
                  <c:v>Red</c:v>
                </c:pt>
              </c:strCache>
            </c:strRef>
          </c:tx>
          <c:spPr>
            <a:ln w="3810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Blad1!$A$2:$A$7</c:f>
              <c:numCache>
                <c:formatCode>General</c:formatCode>
                <c:ptCount val="6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</c:numCache>
            </c:numRef>
          </c:cat>
          <c:val>
            <c:numRef>
              <c:f>Blad1!$B$2:$B$7</c:f>
              <c:numCache>
                <c:formatCode>General</c:formatCode>
                <c:ptCount val="6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3.5</c:v>
                </c:pt>
                <c:pt idx="5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B6-BC45-AB58-9F6CED67881A}"/>
            </c:ext>
          </c:extLst>
        </c:ser>
        <c:ser>
          <c:idx val="1"/>
          <c:order val="1"/>
          <c:tx>
            <c:strRef>
              <c:f>Blad1!$C$1</c:f>
              <c:strCache>
                <c:ptCount val="1"/>
                <c:pt idx="0">
                  <c:v>Grey</c:v>
                </c:pt>
              </c:strCache>
            </c:strRef>
          </c:tx>
          <c:spPr>
            <a:ln w="381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Blad1!$A$2:$A$7</c:f>
              <c:numCache>
                <c:formatCode>General</c:formatCode>
                <c:ptCount val="6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</c:numCache>
            </c:numRef>
          </c:cat>
          <c:val>
            <c:numRef>
              <c:f>Blad1!$C$2:$C$7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1.8</c:v>
                </c:pt>
                <c:pt idx="5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B6-BC45-AB58-9F6CED67881A}"/>
            </c:ext>
          </c:extLst>
        </c:ser>
        <c:ser>
          <c:idx val="2"/>
          <c:order val="2"/>
          <c:tx>
            <c:strRef>
              <c:f>Blad1!$D$1</c:f>
              <c:strCache>
                <c:ptCount val="1"/>
                <c:pt idx="0">
                  <c:v>Blue</c:v>
                </c:pt>
              </c:strCache>
            </c:strRef>
          </c:tx>
          <c:spPr>
            <a:ln w="3810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Blad1!$A$2:$A$7</c:f>
              <c:numCache>
                <c:formatCode>General</c:formatCode>
                <c:ptCount val="6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</c:numCache>
            </c:numRef>
          </c:cat>
          <c:val>
            <c:numRef>
              <c:f>Blad1!$D$2:$D$7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3</c:v>
                </c:pt>
                <c:pt idx="5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B6-BC45-AB58-9F6CED6788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26645600"/>
        <c:axId val="231874448"/>
      </c:lineChart>
      <c:catAx>
        <c:axId val="226645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231874448"/>
        <c:crosses val="autoZero"/>
        <c:auto val="1"/>
        <c:lblAlgn val="ctr"/>
        <c:lblOffset val="100"/>
        <c:noMultiLvlLbl val="0"/>
      </c:catAx>
      <c:valAx>
        <c:axId val="2318744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226645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Blad1!$B$1</c:f>
              <c:strCache>
                <c:ptCount val="1"/>
                <c:pt idx="0">
                  <c:v>Verkoop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chemeClr val="accent1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11A-1441-B70E-3AFE7A34736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11A-1441-B70E-3AFE7A34736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11A-1441-B70E-3AFE7A347365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011A-1441-B70E-3AFE7A347365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011A-1441-B70E-3AFE7A347365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011A-1441-B70E-3AFE7A347365}"/>
              </c:ext>
            </c:extLst>
          </c:dPt>
          <c:cat>
            <c:numRef>
              <c:f>Blad1!$A$2:$A$7</c:f>
              <c:numCache>
                <c:formatCode>General</c:formatCode>
                <c:ptCount val="6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</c:numCache>
            </c:numRef>
          </c:cat>
          <c:val>
            <c:numRef>
              <c:f>Blad1!$B$2:$B$7</c:f>
              <c:numCache>
                <c:formatCode>General</c:formatCode>
                <c:ptCount val="6"/>
                <c:pt idx="0">
                  <c:v>30</c:v>
                </c:pt>
                <c:pt idx="1">
                  <c:v>20</c:v>
                </c:pt>
                <c:pt idx="2">
                  <c:v>10</c:v>
                </c:pt>
                <c:pt idx="3">
                  <c:v>10</c:v>
                </c:pt>
                <c:pt idx="4">
                  <c:v>20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11A-1441-B70E-3AFE7A3473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4965987294427338E-2"/>
          <c:y val="4.9617094234188468E-2"/>
          <c:w val="0.58384123656109554"/>
          <c:h val="0.834629794259588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Blad1!$B$1</c:f>
              <c:strCache>
                <c:ptCount val="1"/>
                <c:pt idx="0">
                  <c:v>Reeks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Blad1!$A$2:$A$5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Blad1!$B$2:$B$5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10-2F45-AEEB-3C68844577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319024704"/>
        <c:axId val="319025096"/>
      </c:barChart>
      <c:catAx>
        <c:axId val="319024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319025096"/>
        <c:crosses val="autoZero"/>
        <c:auto val="1"/>
        <c:lblAlgn val="ctr"/>
        <c:lblOffset val="100"/>
        <c:noMultiLvlLbl val="0"/>
      </c:catAx>
      <c:valAx>
        <c:axId val="31902509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319024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4965987294427338E-2"/>
          <c:y val="4.9617094234188468E-2"/>
          <c:w val="0.58384123656109554"/>
          <c:h val="0.834629794259588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Blad1!$B$1</c:f>
              <c:strCache>
                <c:ptCount val="1"/>
                <c:pt idx="0">
                  <c:v>Red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Blad1!$A$2:$A$5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Blad1!$B$2:$B$5</c:f>
              <c:numCache>
                <c:formatCode>General</c:formatCode>
                <c:ptCount val="4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5B-F947-A014-F8042CCDCC79}"/>
            </c:ext>
          </c:extLst>
        </c:ser>
        <c:ser>
          <c:idx val="1"/>
          <c:order val="1"/>
          <c:tx>
            <c:strRef>
              <c:f>Blad1!$C$1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Blad1!$A$2:$A$5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Blad1!$C$2:$C$5</c:f>
              <c:numCache>
                <c:formatCode>General</c:formatCode>
                <c:ptCount val="4"/>
                <c:pt idx="1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5B-F947-A014-F8042CCDCC79}"/>
            </c:ext>
          </c:extLst>
        </c:ser>
        <c:ser>
          <c:idx val="2"/>
          <c:order val="2"/>
          <c:tx>
            <c:strRef>
              <c:f>Blad1!$D$1</c:f>
              <c:strCache>
                <c:ptCount val="1"/>
                <c:pt idx="0">
                  <c:v>Blue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Blad1!$A$2:$A$5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Blad1!$D$2:$D$5</c:f>
              <c:numCache>
                <c:formatCode>General</c:formatCode>
                <c:ptCount val="4"/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5B-F947-A014-F8042CCDCC79}"/>
            </c:ext>
          </c:extLst>
        </c:ser>
        <c:ser>
          <c:idx val="3"/>
          <c:order val="3"/>
          <c:tx>
            <c:strRef>
              <c:f>Blad1!$E$1</c:f>
              <c:strCache>
                <c:ptCount val="1"/>
                <c:pt idx="0">
                  <c:v>Yellow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numRef>
              <c:f>Blad1!$A$2:$A$5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Blad1!$E$2:$E$5</c:f>
              <c:numCache>
                <c:formatCode>General</c:formatCode>
                <c:ptCount val="4"/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5B-F947-A014-F8042CCDCC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319025880"/>
        <c:axId val="319026272"/>
      </c:barChart>
      <c:catAx>
        <c:axId val="3190258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319026272"/>
        <c:crosses val="autoZero"/>
        <c:auto val="1"/>
        <c:lblAlgn val="ctr"/>
        <c:lblOffset val="100"/>
        <c:noMultiLvlLbl val="0"/>
      </c:catAx>
      <c:valAx>
        <c:axId val="3190262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nl-NL"/>
          </a:p>
        </c:txPr>
        <c:crossAx val="3190258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F25DE2-B715-4EA4-8CF0-DA425EA806A7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99BBE-B871-48D7-983C-C0B1D7156D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719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22643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76865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12066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51090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94599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5123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25407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429956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43885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97663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6936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at the top">
    <p:bg>
      <p:bgPr>
        <a:solidFill>
          <a:srgbClr val="EE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lack75"/>
          <p:cNvSpPr/>
          <p:nvPr userDrawn="1"/>
        </p:nvSpPr>
        <p:spPr>
          <a:xfrm>
            <a:off x="0" y="75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7560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 baseline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at the top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1548000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00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164422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in the midd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lack75"/>
          <p:cNvSpPr/>
          <p:nvPr userDrawn="1"/>
        </p:nvSpPr>
        <p:spPr>
          <a:xfrm>
            <a:off x="0" y="183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18355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in the middle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2628097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98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2931105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at th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lack75"/>
          <p:cNvSpPr/>
          <p:nvPr userDrawn="1"/>
        </p:nvSpPr>
        <p:spPr>
          <a:xfrm>
            <a:off x="0" y="291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29150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at the bottom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3708591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98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22374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483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slide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85793"/>
            <a:ext cx="3595688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3606" y="1296000"/>
            <a:ext cx="3595688" cy="293310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4714875" y="586800"/>
            <a:ext cx="3604419" cy="732238"/>
          </a:xfrm>
        </p:spPr>
        <p:txBody>
          <a:bodyPr anchor="t"/>
          <a:lstStyle>
            <a:lvl1pPr marL="0" indent="0">
              <a:buNone/>
              <a:defRPr lang="nl-NL" sz="1950" b="0" kern="120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 dirty="0"/>
              <a:t>Click to enter text</a:t>
            </a:r>
          </a:p>
        </p:txBody>
      </p:sp>
    </p:spTree>
    <p:extLst>
      <p:ext uri="{BB962C8B-B14F-4D97-AF65-F5344CB8AC3E}">
        <p14:creationId xmlns:p14="http://schemas.microsoft.com/office/powerpoint/2010/main" val="1682407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text -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6000" y="586800"/>
            <a:ext cx="360000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4714875" y="0"/>
            <a:ext cx="4429125" cy="456723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981543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text -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6000" y="586800"/>
            <a:ext cx="4910138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491331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6046788" y="0"/>
            <a:ext cx="3097212" cy="456723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3272405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image/movi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wrap="none"/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inhoud 9"/>
          <p:cNvSpPr>
            <a:spLocks noGrp="1" noChangeAspect="1"/>
          </p:cNvSpPr>
          <p:nvPr>
            <p:ph sz="quarter" idx="13" hasCustomPrompt="1"/>
          </p:nvPr>
        </p:nvSpPr>
        <p:spPr>
          <a:xfrm>
            <a:off x="1889125" y="1079501"/>
            <a:ext cx="5292725" cy="297720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icon to insert 16x9 image or movie</a:t>
            </a:r>
          </a:p>
        </p:txBody>
      </p:sp>
      <p:sp>
        <p:nvSpPr>
          <p:cNvPr id="12" name="Tijdelijke aanduiding voor tekst 11"/>
          <p:cNvSpPr>
            <a:spLocks noGrp="1"/>
          </p:cNvSpPr>
          <p:nvPr>
            <p:ph type="body" sz="quarter" idx="14" hasCustomPrompt="1"/>
          </p:nvPr>
        </p:nvSpPr>
        <p:spPr>
          <a:xfrm>
            <a:off x="1889125" y="4106268"/>
            <a:ext cx="5292725" cy="165100"/>
          </a:xfrm>
        </p:spPr>
        <p:txBody>
          <a:bodyPr/>
          <a:lstStyle>
            <a:lvl1pPr>
              <a:defRPr sz="1100" i="1"/>
            </a:lvl1pPr>
          </a:lstStyle>
          <a:p>
            <a:pPr lvl="0"/>
            <a:r>
              <a:rPr lang="en-GB" dirty="0"/>
              <a:t>Click to insert Caption under image or movie</a:t>
            </a:r>
          </a:p>
        </p:txBody>
      </p:sp>
    </p:spTree>
    <p:extLst>
      <p:ext uri="{BB962C8B-B14F-4D97-AF65-F5344CB8AC3E}">
        <p14:creationId xmlns:p14="http://schemas.microsoft.com/office/powerpoint/2010/main" val="1938494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A 27pt headline on a slide with three images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58824" y="1306642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3" hasCustomPrompt="1"/>
          </p:nvPr>
        </p:nvSpPr>
        <p:spPr>
          <a:xfrm>
            <a:off x="3490913" y="1302661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4" hasCustomPrompt="1"/>
          </p:nvPr>
        </p:nvSpPr>
        <p:spPr>
          <a:xfrm>
            <a:off x="6235414" y="1302661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5" hasCustomPrompt="1"/>
          </p:nvPr>
        </p:nvSpPr>
        <p:spPr>
          <a:xfrm>
            <a:off x="755650" y="1943101"/>
            <a:ext cx="2087563" cy="262529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1" name="Tijdelijke aanduiding voor afbeelding 9"/>
          <p:cNvSpPr>
            <a:spLocks noGrp="1"/>
          </p:cNvSpPr>
          <p:nvPr>
            <p:ph type="pic" sz="quarter" idx="16" hasCustomPrompt="1"/>
          </p:nvPr>
        </p:nvSpPr>
        <p:spPr>
          <a:xfrm>
            <a:off x="3487739" y="1943101"/>
            <a:ext cx="2087563" cy="262529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  <p:sp>
        <p:nvSpPr>
          <p:cNvPr id="12" name="Tijdelijke aanduiding voor afbeelding 9"/>
          <p:cNvSpPr>
            <a:spLocks noGrp="1"/>
          </p:cNvSpPr>
          <p:nvPr>
            <p:ph type="pic" sz="quarter" idx="17" hasCustomPrompt="1"/>
          </p:nvPr>
        </p:nvSpPr>
        <p:spPr>
          <a:xfrm>
            <a:off x="6235414" y="1943101"/>
            <a:ext cx="2087563" cy="262529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9201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age - 1/2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518" y="586800"/>
            <a:ext cx="360000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20343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54513" cy="456723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188727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- 2/3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4405" y="586800"/>
            <a:ext cx="482092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491230" y="1295401"/>
            <a:ext cx="4824095" cy="293370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022600" cy="4567238"/>
          </a:xfrm>
        </p:spPr>
        <p:txBody>
          <a:bodyPr/>
          <a:lstStyle/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681225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full screen dark image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This is an example of a white headline on a full screen, dark image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0151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full screen light imag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This is an example of a black headline on a full screen, light image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6832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This is an example of a black headline on a white background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cxnSp>
        <p:nvCxnSpPr>
          <p:cNvPr id="7" name="Rechte verbindingslijn 6"/>
          <p:cNvCxnSpPr/>
          <p:nvPr userDrawn="1"/>
        </p:nvCxnSpPr>
        <p:spPr>
          <a:xfrm>
            <a:off x="0" y="4563782"/>
            <a:ext cx="9144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jdelijke aanduiding voor afbeelding 8"/>
          <p:cNvSpPr>
            <a:spLocks noGrp="1"/>
          </p:cNvSpPr>
          <p:nvPr>
            <p:ph type="pic" sz="quarter" idx="13" hasCustomPrompt="1"/>
          </p:nvPr>
        </p:nvSpPr>
        <p:spPr>
          <a:xfrm>
            <a:off x="1890000" y="1299075"/>
            <a:ext cx="5292725" cy="29772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1866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carlet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3965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5650" y="586800"/>
            <a:ext cx="7563556" cy="516339"/>
          </a:xfrm>
        </p:spPr>
        <p:txBody>
          <a:bodyPr wrap="none"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US" dirty="0"/>
              <a:t>Sample slide with table and text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1" y="2638425"/>
            <a:ext cx="7563556" cy="1590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Tijdelijke aanduiding voor tabel 7"/>
          <p:cNvSpPr>
            <a:spLocks noGrp="1"/>
          </p:cNvSpPr>
          <p:nvPr>
            <p:ph type="tbl" sz="quarter" idx="13" hasCustomPrompt="1"/>
          </p:nvPr>
        </p:nvSpPr>
        <p:spPr>
          <a:xfrm>
            <a:off x="755650" y="1079501"/>
            <a:ext cx="7559675" cy="115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table</a:t>
            </a:r>
          </a:p>
        </p:txBody>
      </p:sp>
    </p:spTree>
    <p:extLst>
      <p:ext uri="{BB962C8B-B14F-4D97-AF65-F5344CB8AC3E}">
        <p14:creationId xmlns:p14="http://schemas.microsoft.com/office/powerpoint/2010/main" val="2399389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5650" y="586800"/>
            <a:ext cx="7563556" cy="516339"/>
          </a:xfrm>
        </p:spPr>
        <p:txBody>
          <a:bodyPr wrap="none"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Example chart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 of the presentation - by tab Insert -&gt; Header text and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Tijdelijke aanduiding voor grafiek 8"/>
          <p:cNvSpPr>
            <a:spLocks noGrp="1"/>
          </p:cNvSpPr>
          <p:nvPr>
            <p:ph type="chart" sz="quarter" idx="13" hasCustomPrompt="1"/>
          </p:nvPr>
        </p:nvSpPr>
        <p:spPr>
          <a:xfrm>
            <a:off x="755650" y="1079500"/>
            <a:ext cx="7559675" cy="31496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chart</a:t>
            </a:r>
          </a:p>
        </p:txBody>
      </p:sp>
    </p:spTree>
    <p:extLst>
      <p:ext uri="{BB962C8B-B14F-4D97-AF65-F5344CB8AC3E}">
        <p14:creationId xmlns:p14="http://schemas.microsoft.com/office/powerpoint/2010/main" val="4202347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bg1"/>
          </a:solidFill>
        </p:spPr>
        <p:txBody>
          <a:bodyPr vert="horz" lIns="756000" tIns="0" rIns="0" bIns="0" rtlCol="0" anchor="ctr"/>
          <a:lstStyle>
            <a:lvl1pPr algn="l">
              <a:defRPr sz="1100" b="0">
                <a:solidFill>
                  <a:schemeClr val="tx1"/>
                </a:solidFill>
              </a:defRPr>
            </a:lvl1pPr>
          </a:lstStyle>
          <a:p>
            <a:fld id="{C194BDB0-F4EA-4DD6-8281-CCE2440D0CE0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 err="1"/>
              <a:t>Klik</a:t>
            </a:r>
            <a:r>
              <a:rPr lang="en-GB" dirty="0"/>
              <a:t> om de </a:t>
            </a:r>
            <a:r>
              <a:rPr lang="en-GB" dirty="0" err="1"/>
              <a:t>modelstijlen</a:t>
            </a:r>
            <a:r>
              <a:rPr lang="en-GB" dirty="0"/>
              <a:t>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bewerken</a:t>
            </a:r>
            <a:endParaRPr lang="en-GB" dirty="0"/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bg1"/>
          </a:solidFill>
        </p:spPr>
        <p:txBody>
          <a:bodyPr vert="horz" lIns="0" tIns="0" rIns="0" bIns="0" rtlCol="0" anchor="ctr"/>
          <a:lstStyle>
            <a:lvl1pPr algn="l">
              <a:defRPr sz="1100" b="0">
                <a:solidFill>
                  <a:schemeClr val="tx1"/>
                </a:solidFill>
              </a:defRPr>
            </a:lvl1pPr>
          </a:lstStyle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pic>
        <p:nvPicPr>
          <p:cNvPr id="66" name="Picture 4">
            <a:extLst>
              <a:ext uri="{FF2B5EF4-FFF2-40B4-BE49-F238E27FC236}">
                <a16:creationId xmlns:a16="http://schemas.microsoft.com/office/drawing/2014/main" id="{93FD69BB-9D62-3A4C-8433-C5954D52BB6F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8156575" y="4568825"/>
            <a:ext cx="987425" cy="574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791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61" r:id="rId3"/>
    <p:sldLayoutId id="2147483662" r:id="rId4"/>
    <p:sldLayoutId id="2147483664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685800" rtl="0" eaLnBrk="1" latinLnBrk="0" hangingPunct="1">
        <a:lnSpc>
          <a:spcPts val="27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165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4pPr>
      <a:lvl5pPr marL="539750" indent="-17780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el 1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Example of a title at the top</a:t>
            </a:r>
            <a:endParaRPr lang="en-GB" dirty="0"/>
          </a:p>
        </p:txBody>
      </p:sp>
      <p:sp>
        <p:nvSpPr>
          <p:cNvPr id="16" name="Ondertitel 1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Subtitle or date</a:t>
            </a:r>
            <a:endParaRPr lang="en-GB" dirty="0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Name, Function</a:t>
            </a:r>
            <a:endParaRPr lang="en-GB" dirty="0"/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Department, Sub department or Capacity Group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0329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Example of a title in the middle</a:t>
            </a:r>
            <a:endParaRPr lang="en-GB" dirty="0"/>
          </a:p>
        </p:txBody>
      </p:sp>
      <p:sp>
        <p:nvSpPr>
          <p:cNvPr id="15" name="Ondertitel 1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Subtitle or date</a:t>
            </a:r>
            <a:endParaRPr lang="en-GB" dirty="0"/>
          </a:p>
        </p:txBody>
      </p:sp>
      <p:sp>
        <p:nvSpPr>
          <p:cNvPr id="16" name="Tijdelijke aanduiding voor tekst 1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Name, Function</a:t>
            </a:r>
            <a:endParaRPr lang="en-GB" dirty="0"/>
          </a:p>
        </p:txBody>
      </p:sp>
      <p:sp>
        <p:nvSpPr>
          <p:cNvPr id="17" name="Tijdelijke aanduiding voor tekst 1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Department, Sub department or Capacity Group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5671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This is an example of a 27pt headline with 27pt line spacing</a:t>
            </a:r>
            <a:endParaRPr lang="en-GB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This is an example of 19,5pt text with single line spacing. Lorem ipsum is a pseudo-Latin text to emphasise design elements over content.</a:t>
            </a:r>
          </a:p>
          <a:p>
            <a:endParaRPr lang="en-GB"/>
          </a:p>
          <a:p>
            <a:pPr lvl="1"/>
            <a:r>
              <a:rPr lang="en-GB"/>
              <a:t>This is an example of 16,5pt text with single line spacing. Tota neglegentur consectetuer pri ne, wisi iisque delicata in mel.</a:t>
            </a:r>
          </a:p>
          <a:p>
            <a:pPr lvl="1"/>
            <a:endParaRPr lang="en-GB"/>
          </a:p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  <a:endParaRPr lang="en-GB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1167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19,5pt text</a:t>
            </a:r>
            <a:br>
              <a:rPr lang="en-US"/>
            </a:br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15" name="Tijdelijke aanduiding voor inhoud 1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</a:p>
          <a:p>
            <a:endParaRPr lang="en-GB" dirty="0"/>
          </a:p>
        </p:txBody>
      </p:sp>
      <p:sp>
        <p:nvSpPr>
          <p:cNvPr id="16" name="Tijdelijke aanduiding voor inhoud 1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</a:p>
          <a:p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17" name="Tijdelijke aanduiding voor tekst 1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US"/>
              <a:t>This is an example of 19,5pt text</a:t>
            </a:r>
          </a:p>
          <a:p>
            <a:r>
              <a:rPr lang="en-US"/>
              <a:t>with single line spacing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822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19,5pt text</a:t>
            </a:r>
            <a:br>
              <a:rPr lang="en-US"/>
            </a:br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15" name="Tijdelijke aanduiding voor inhoud 1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</a:p>
          <a:p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10" name="Tijdelijke aanduiding voor afbeelding 9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33" r="17733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61505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5" name="Tijdelijke aanduiding voor inhoud 1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2"/>
            <a:r>
              <a:rPr lang="en-GB" dirty="0"/>
              <a:t>Example of an enumeration. </a:t>
            </a:r>
            <a:r>
              <a:rPr lang="en-GB" dirty="0" err="1"/>
              <a:t>Nec</a:t>
            </a:r>
            <a:r>
              <a:rPr lang="en-GB" dirty="0"/>
              <a:t> minimum </a:t>
            </a:r>
            <a:r>
              <a:rPr lang="en-GB" dirty="0" err="1"/>
              <a:t>expetendis</a:t>
            </a:r>
            <a:r>
              <a:rPr lang="en-GB" dirty="0"/>
              <a:t> no, </a:t>
            </a:r>
            <a:r>
              <a:rPr lang="en-GB" dirty="0" err="1"/>
              <a:t>nobis</a:t>
            </a:r>
            <a:r>
              <a:rPr lang="en-GB" dirty="0"/>
              <a:t> </a:t>
            </a:r>
            <a:r>
              <a:rPr lang="en-GB" dirty="0" err="1"/>
              <a:t>legimus</a:t>
            </a:r>
            <a:r>
              <a:rPr lang="en-GB" dirty="0"/>
              <a:t> </a:t>
            </a:r>
            <a:r>
              <a:rPr lang="en-GB" dirty="0" err="1"/>
              <a:t>eloquentiam</a:t>
            </a:r>
            <a:r>
              <a:rPr lang="en-GB" dirty="0"/>
              <a:t> has ea. Sit et </a:t>
            </a:r>
            <a:r>
              <a:rPr lang="en-GB" dirty="0" err="1"/>
              <a:t>cibo</a:t>
            </a:r>
            <a:r>
              <a:rPr lang="en-GB" dirty="0"/>
              <a:t> </a:t>
            </a:r>
            <a:r>
              <a:rPr lang="en-GB" dirty="0" err="1"/>
              <a:t>vidisse</a:t>
            </a:r>
            <a:r>
              <a:rPr lang="en-GB" dirty="0"/>
              <a:t> </a:t>
            </a:r>
            <a:r>
              <a:rPr lang="en-GB" dirty="0" err="1"/>
              <a:t>expetenda</a:t>
            </a:r>
            <a:r>
              <a:rPr lang="en-GB" dirty="0"/>
              <a:t>, maiorum </a:t>
            </a:r>
            <a:r>
              <a:rPr lang="en-GB" dirty="0" err="1"/>
              <a:t>menandri</a:t>
            </a:r>
            <a:r>
              <a:rPr lang="en-GB" dirty="0"/>
              <a:t> </a:t>
            </a:r>
            <a:r>
              <a:rPr lang="en-GB" dirty="0" err="1"/>
              <a:t>quaerendum</a:t>
            </a:r>
            <a:r>
              <a:rPr lang="en-GB" dirty="0"/>
              <a:t> an duo.</a:t>
            </a:r>
          </a:p>
          <a:p>
            <a:pPr lvl="2"/>
            <a:r>
              <a:rPr lang="en-GB" dirty="0"/>
              <a:t>Example of a second enumeration. </a:t>
            </a:r>
            <a:r>
              <a:rPr lang="en-GB" dirty="0" err="1"/>
              <a:t>Nec</a:t>
            </a:r>
            <a:r>
              <a:rPr lang="en-GB" dirty="0"/>
              <a:t> minimum </a:t>
            </a:r>
            <a:r>
              <a:rPr lang="en-GB" dirty="0" err="1"/>
              <a:t>expetendis</a:t>
            </a:r>
            <a:r>
              <a:rPr lang="en-GB" dirty="0"/>
              <a:t> no, </a:t>
            </a:r>
            <a:r>
              <a:rPr lang="en-GB" dirty="0" err="1"/>
              <a:t>nobis</a:t>
            </a:r>
            <a:r>
              <a:rPr lang="en-GB" dirty="0"/>
              <a:t> </a:t>
            </a:r>
            <a:r>
              <a:rPr lang="en-GB" dirty="0" err="1"/>
              <a:t>legimus</a:t>
            </a:r>
            <a:r>
              <a:rPr lang="en-GB" dirty="0"/>
              <a:t> </a:t>
            </a:r>
            <a:r>
              <a:rPr lang="en-GB" dirty="0" err="1"/>
              <a:t>eloquentiam</a:t>
            </a:r>
            <a:r>
              <a:rPr lang="en-GB" dirty="0"/>
              <a:t> has ea. Sit et </a:t>
            </a:r>
            <a:r>
              <a:rPr lang="en-GB" dirty="0" err="1"/>
              <a:t>cibo</a:t>
            </a:r>
            <a:r>
              <a:rPr lang="en-GB" dirty="0"/>
              <a:t> </a:t>
            </a:r>
            <a:r>
              <a:rPr lang="en-GB" dirty="0" err="1"/>
              <a:t>vidisse</a:t>
            </a:r>
            <a:r>
              <a:rPr lang="en-GB" dirty="0"/>
              <a:t> </a:t>
            </a:r>
            <a:r>
              <a:rPr lang="en-GB" dirty="0" err="1"/>
              <a:t>expetenda</a:t>
            </a:r>
            <a:r>
              <a:rPr lang="en-GB" dirty="0"/>
              <a:t>, maiorum </a:t>
            </a:r>
            <a:r>
              <a:rPr lang="en-GB" dirty="0" err="1"/>
              <a:t>menandri</a:t>
            </a:r>
            <a:r>
              <a:rPr lang="en-GB" dirty="0"/>
              <a:t> </a:t>
            </a:r>
            <a:r>
              <a:rPr lang="en-GB" dirty="0" err="1"/>
              <a:t>quaerendum</a:t>
            </a:r>
            <a:r>
              <a:rPr lang="en-GB" dirty="0"/>
              <a:t> an duo.</a:t>
            </a:r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6</a:t>
            </a:fld>
            <a:endParaRPr lang="en-GB" dirty="0"/>
          </a:p>
        </p:txBody>
      </p:sp>
      <p:pic>
        <p:nvPicPr>
          <p:cNvPr id="4" name="Tijdelijke aanduiding voor afbeelding 3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05" r="2750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074990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19,5pt text</a:t>
            </a:r>
            <a:br>
              <a:rPr lang="en-US"/>
            </a:br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15" name="Tijdelijke aanduiding voor inhoud 1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7</a:t>
            </a:fld>
            <a:endParaRPr lang="en-GB" dirty="0"/>
          </a:p>
        </p:txBody>
      </p:sp>
      <p:pic>
        <p:nvPicPr>
          <p:cNvPr id="4" name="Tijdelijke aanduiding voor afbeelding 3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77" r="1827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949121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19,5pt text</a:t>
            </a:r>
            <a:br>
              <a:rPr lang="en-US"/>
            </a:br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9" name="Tijdelijke aanduiding voor inhoud 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</a:p>
          <a:p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8</a:t>
            </a:fld>
            <a:endParaRPr lang="en-GB" dirty="0"/>
          </a:p>
        </p:txBody>
      </p:sp>
      <p:pic>
        <p:nvPicPr>
          <p:cNvPr id="4" name="Tijdelijke aanduiding voor afbeelding 3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47" r="2804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754975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This is a 27pt headline with 27pt line spacing</a:t>
            </a:r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9</a:t>
            </a:fld>
            <a:endParaRPr lang="en-GB" dirty="0"/>
          </a:p>
        </p:txBody>
      </p:sp>
      <p:pic>
        <p:nvPicPr>
          <p:cNvPr id="11" name="Tijdelijke aanduiding voor inhoud 10"/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1038" y="1079500"/>
            <a:ext cx="5288899" cy="2976563"/>
          </a:xfrm>
        </p:spPr>
      </p:pic>
      <p:sp>
        <p:nvSpPr>
          <p:cNvPr id="17" name="Tijdelijke aanduiding voor tekst 1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This is a 11pt caption under an image or movie with a 16:9 ratio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98478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27pt headline on a slide with three images</a:t>
            </a:r>
            <a:endParaRPr lang="en-GB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This is 16,5pt text</a:t>
            </a:r>
          </a:p>
          <a:p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jdelijke aanduiding voor inhoud 5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/>
              <a:t>This is 16,5pt text</a:t>
            </a:r>
          </a:p>
          <a:p>
            <a:r>
              <a:rPr lang="en-US"/>
              <a:t>with single line spacing</a:t>
            </a:r>
            <a:endParaRPr lang="en-GB" dirty="0"/>
          </a:p>
        </p:txBody>
      </p:sp>
      <p:sp>
        <p:nvSpPr>
          <p:cNvPr id="7" name="Tijdelijke aanduiding voor inhoud 6"/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r>
              <a:rPr lang="en-US"/>
              <a:t>This is 16,5pt text</a:t>
            </a:r>
          </a:p>
          <a:p>
            <a:r>
              <a:rPr lang="en-US"/>
              <a:t>with single line spacing</a:t>
            </a:r>
            <a:endParaRPr lang="en-GB" dirty="0"/>
          </a:p>
        </p:txBody>
      </p:sp>
      <p:pic>
        <p:nvPicPr>
          <p:cNvPr id="11" name="Tijdelijke aanduiding voor afbeelding 10"/>
          <p:cNvPicPr>
            <a:picLocks noGrp="1" noChangeAspect="1"/>
          </p:cNvPicPr>
          <p:nvPr>
            <p:ph type="pic" sz="quarter" idx="1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4" r="23554"/>
          <a:stretch>
            <a:fillRect/>
          </a:stretch>
        </p:blipFill>
        <p:spPr/>
      </p:pic>
      <p:pic>
        <p:nvPicPr>
          <p:cNvPr id="12" name="Tijdelijke aanduiding voor afbeelding 11"/>
          <p:cNvPicPr>
            <a:picLocks noGrp="1" noChangeAspect="1"/>
          </p:cNvPicPr>
          <p:nvPr>
            <p:ph type="pic" sz="quarter" idx="16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4" r="23554"/>
          <a:stretch>
            <a:fillRect/>
          </a:stretch>
        </p:blipFill>
        <p:spPr/>
      </p:pic>
      <p:pic>
        <p:nvPicPr>
          <p:cNvPr id="16" name="Tijdelijke aanduiding voor afbeelding 15"/>
          <p:cNvPicPr>
            <a:picLocks noGrp="1" noChangeAspect="1"/>
          </p:cNvPicPr>
          <p:nvPr>
            <p:ph type="pic" sz="quarter" idx="17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4" r="2355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35414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a white headline on a full</a:t>
            </a:r>
            <a:br>
              <a:rPr lang="en-US"/>
            </a:br>
            <a:r>
              <a:rPr lang="en-US"/>
              <a:t>screen, dark image</a:t>
            </a:r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1169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a black headline on a full</a:t>
            </a:r>
            <a:br>
              <a:rPr lang="en-US"/>
            </a:br>
            <a:r>
              <a:rPr lang="en-US"/>
              <a:t>screen, light image</a:t>
            </a:r>
            <a:endParaRPr lang="en-GB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332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a black headline on a white</a:t>
            </a:r>
            <a:br>
              <a:rPr lang="en-US"/>
            </a:br>
            <a:r>
              <a:rPr lang="en-US"/>
              <a:t>background</a:t>
            </a:r>
            <a:endParaRPr lang="en-GB" dirty="0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13</a:t>
            </a:fld>
            <a:endParaRPr lang="en-GB" dirty="0"/>
          </a:p>
        </p:txBody>
      </p:sp>
      <p:pic>
        <p:nvPicPr>
          <p:cNvPr id="24" name="Tijdelijke aanduiding voor afbeelding 23"/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116189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is an example of a 27pt headline with a 27pt line</a:t>
            </a:r>
            <a:br>
              <a:rPr lang="en-US"/>
            </a:br>
            <a:r>
              <a:rPr lang="en-US"/>
              <a:t>spacing</a:t>
            </a:r>
            <a:endParaRPr lang="en-GB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This is an example of 19,5pt text with single line spacing. Lorem ipsum is a pseudo-Latin text to emphasise design elements over content.</a:t>
            </a:r>
          </a:p>
          <a:p>
            <a:endParaRPr lang="en-GB"/>
          </a:p>
          <a:p>
            <a:pPr lvl="1"/>
            <a:r>
              <a:rPr lang="en-GB"/>
              <a:t>This is an example of 16,5pt text with single line spacing. Tota neglegentur consectetuer pri ne, wisi iisque delicata in mel.</a:t>
            </a:r>
          </a:p>
          <a:p>
            <a:pPr lvl="1"/>
            <a:endParaRPr lang="en-GB"/>
          </a:p>
          <a:p>
            <a:pPr lvl="2"/>
            <a:r>
              <a:rPr lang="en-GB"/>
              <a:t>Example of an enumeration. Nec minimum expetendis no, nobis legimus eloquentiam has ea. Sit et cibo vidisse expetenda, maiorum menandri quaerendum an duo.</a:t>
            </a:r>
          </a:p>
          <a:p>
            <a:pPr lvl="2"/>
            <a:r>
              <a:rPr lang="en-GB"/>
              <a:t>Example of a second enumeration. Nec minimum expetendis no, nobis legimus eloquentiam has ea. Sit et cibo vidisse expetenda, maiorum menandri quaerendum an duo.</a:t>
            </a:r>
            <a:endParaRPr lang="en-GB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634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slide with table and text</a:t>
            </a:r>
            <a:endParaRPr lang="en-GB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1"/>
            <a:r>
              <a:rPr lang="en-US"/>
              <a:t>This is an example of 16,5pt text with single line spacing. Tota neglegentur consectetuer pri ne, wisi iisque delicata in mel.</a:t>
            </a:r>
            <a:endParaRPr lang="en-GB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15</a:t>
            </a:fld>
            <a:endParaRPr lang="en-GB" dirty="0"/>
          </a:p>
        </p:txBody>
      </p:sp>
      <p:graphicFrame>
        <p:nvGraphicFramePr>
          <p:cNvPr id="7" name="Tijdelijke aanduiding voor tabel 6"/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2721428919"/>
              </p:ext>
            </p:extLst>
          </p:nvPr>
        </p:nvGraphicFramePr>
        <p:xfrm>
          <a:off x="755650" y="1079500"/>
          <a:ext cx="7559676" cy="1219200"/>
        </p:xfrm>
        <a:graphic>
          <a:graphicData uri="http://schemas.openxmlformats.org/drawingml/2006/table">
            <a:tbl>
              <a:tblPr firstRow="1" bandRow="1"/>
              <a:tblGrid>
                <a:gridCol w="1259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2013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2014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2015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2016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2017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/>
                        <a:t>Item 1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920.000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1.120.000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1.055.000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1.200.000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1.330.000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/>
                        <a:t>Item</a:t>
                      </a:r>
                      <a:r>
                        <a:rPr lang="en-GB" sz="1400" baseline="0" dirty="0"/>
                        <a:t> 2</a:t>
                      </a:r>
                      <a:endParaRPr lang="en-GB" sz="14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905.000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1.105.000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1.045.000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1.050.000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1.230.000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/>
                        <a:t>Item 3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916.000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1.116.000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1.04.6000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1.120.000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1.300.000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6881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slide with table and text</a:t>
            </a:r>
            <a:endParaRPr lang="en-GB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1"/>
            <a:r>
              <a:rPr lang="en-US"/>
              <a:t>This is an example of 16,5pt text with single line spacing. Tota neglegentur consectetuer </a:t>
            </a:r>
            <a:r>
              <a:rPr lang="it-IT"/>
              <a:t>pri ne, wisi iisque delicata in mel.</a:t>
            </a:r>
            <a:endParaRPr lang="en-GB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16</a:t>
            </a:fld>
            <a:endParaRPr lang="en-GB" dirty="0"/>
          </a:p>
        </p:txBody>
      </p:sp>
      <p:graphicFrame>
        <p:nvGraphicFramePr>
          <p:cNvPr id="9" name="Tijdelijke aanduiding voor tabel 6"/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242202332"/>
              </p:ext>
            </p:extLst>
          </p:nvPr>
        </p:nvGraphicFramePr>
        <p:xfrm>
          <a:off x="755650" y="1079500"/>
          <a:ext cx="7559676" cy="1219200"/>
        </p:xfrm>
        <a:graphic>
          <a:graphicData uri="http://schemas.openxmlformats.org/drawingml/2006/table">
            <a:tbl>
              <a:tblPr firstRow="1" bandRow="1"/>
              <a:tblGrid>
                <a:gridCol w="1259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599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2013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2014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2015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2016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2017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Item 1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920.000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1.120.000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1.055.000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1.200.000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1.330.000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Item</a:t>
                      </a:r>
                      <a:r>
                        <a:rPr lang="en-GB" sz="1400" baseline="0" dirty="0">
                          <a:solidFill>
                            <a:schemeClr val="bg1"/>
                          </a:solidFill>
                        </a:rPr>
                        <a:t> 2</a:t>
                      </a:r>
                      <a:endParaRPr lang="en-GB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905.000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1.105.000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1.045.000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1.050.000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1.230.000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Item 3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916.000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1.116.000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1.04.6000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1.120.000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>
                          <a:solidFill>
                            <a:schemeClr val="bg1"/>
                          </a:solidFill>
                        </a:rPr>
                        <a:t>1.300.000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6715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Example chart - Line</a:t>
            </a:r>
            <a:endParaRPr lang="en-GB" dirty="0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17</a:t>
            </a:fld>
            <a:endParaRPr lang="en-GB" dirty="0"/>
          </a:p>
        </p:txBody>
      </p:sp>
      <p:graphicFrame>
        <p:nvGraphicFramePr>
          <p:cNvPr id="9" name="Tijdelijke aanduiding voor grafiek 8"/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3345674656"/>
              </p:ext>
            </p:extLst>
          </p:nvPr>
        </p:nvGraphicFramePr>
        <p:xfrm>
          <a:off x="755650" y="1079500"/>
          <a:ext cx="7559675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79108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Example chart - Pie</a:t>
            </a:r>
            <a:endParaRPr lang="en-GB" dirty="0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18</a:t>
            </a:fld>
            <a:endParaRPr lang="en-GB" dirty="0"/>
          </a:p>
        </p:txBody>
      </p:sp>
      <p:graphicFrame>
        <p:nvGraphicFramePr>
          <p:cNvPr id="9" name="Tijdelijke aanduiding voor grafiek 8"/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172829185"/>
              </p:ext>
            </p:extLst>
          </p:nvPr>
        </p:nvGraphicFramePr>
        <p:xfrm>
          <a:off x="755650" y="1079500"/>
          <a:ext cx="7559675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68614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Example chart - Column</a:t>
            </a:r>
            <a:endParaRPr lang="en-GB" dirty="0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19</a:t>
            </a:fld>
            <a:endParaRPr lang="en-GB" dirty="0"/>
          </a:p>
        </p:txBody>
      </p:sp>
      <p:graphicFrame>
        <p:nvGraphicFramePr>
          <p:cNvPr id="10" name="Tijdelijke aanduiding voor grafiek 7"/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2297647934"/>
              </p:ext>
            </p:extLst>
          </p:nvPr>
        </p:nvGraphicFramePr>
        <p:xfrm>
          <a:off x="755650" y="1079500"/>
          <a:ext cx="7559675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010090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Example chart - Column</a:t>
            </a:r>
            <a:endParaRPr lang="en-GB" dirty="0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 of the presentation - by tab Insert -&gt; Header text and Footer text</a:t>
            </a:r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pPr/>
              <a:t>20</a:t>
            </a:fld>
            <a:endParaRPr lang="en-GB" dirty="0"/>
          </a:p>
        </p:txBody>
      </p:sp>
      <p:graphicFrame>
        <p:nvGraphicFramePr>
          <p:cNvPr id="6" name="Tijdelijke aanduiding voor grafiek 7"/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2563285521"/>
              </p:ext>
            </p:extLst>
          </p:nvPr>
        </p:nvGraphicFramePr>
        <p:xfrm>
          <a:off x="755650" y="1079500"/>
          <a:ext cx="7559675" cy="314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3915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Kantoorthema">
  <a:themeElements>
    <a:clrScheme name="TUe_PPT_V2">
      <a:dk1>
        <a:sysClr val="windowText" lastClr="000000"/>
      </a:dk1>
      <a:lt1>
        <a:sysClr val="window" lastClr="FFFFFF"/>
      </a:lt1>
      <a:dk2>
        <a:srgbClr val="C81919"/>
      </a:dk2>
      <a:lt2>
        <a:srgbClr val="101073"/>
      </a:lt2>
      <a:accent1>
        <a:srgbClr val="C81919"/>
      </a:accent1>
      <a:accent2>
        <a:srgbClr val="9E9EB1"/>
      </a:accent2>
      <a:accent3>
        <a:srgbClr val="0092B5"/>
      </a:accent3>
      <a:accent4>
        <a:srgbClr val="FF9A00"/>
      </a:accent4>
      <a:accent5>
        <a:srgbClr val="101073"/>
      </a:accent5>
      <a:accent6>
        <a:srgbClr val="CEDF00"/>
      </a:accent6>
      <a:hlink>
        <a:srgbClr val="0563C1"/>
      </a:hlink>
      <a:folHlink>
        <a:srgbClr val="954F72"/>
      </a:folHlink>
    </a:clrScheme>
    <a:fontScheme name="TUe_Calibr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Ue_16x9.potx" id="{9370F84E-7576-4FDA-B736-A09996DF8429}" vid="{ED81D3C9-A1FB-4E5B-AF38-E92F700A58FD}"/>
    </a:ext>
  </a:extLst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TUe_16x9 (2)</Template>
  <TotalTime>4</TotalTime>
  <Words>1191</Words>
  <Application>Microsoft Office PowerPoint</Application>
  <PresentationFormat>On-screen Show (16:9)</PresentationFormat>
  <Paragraphs>155</Paragraphs>
  <Slides>20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Kantoorthema</vt:lpstr>
      <vt:lpstr>Example of a title at the top</vt:lpstr>
      <vt:lpstr>Example of a title in the middle</vt:lpstr>
      <vt:lpstr>This is an example of a 27pt headline with 27pt line spacing</vt:lpstr>
      <vt:lpstr>This is an example of 19,5pt text with single line spacing</vt:lpstr>
      <vt:lpstr>This is an example of 19,5pt text with single line spacing</vt:lpstr>
      <vt:lpstr>PowerPoint Presentation</vt:lpstr>
      <vt:lpstr>This is an example of 19,5pt text with single line spacing</vt:lpstr>
      <vt:lpstr>This is an example of 19,5pt text with single line spacing</vt:lpstr>
      <vt:lpstr>This is a 27pt headline with 27pt line spacing</vt:lpstr>
      <vt:lpstr>A 27pt headline on a slide with three images</vt:lpstr>
      <vt:lpstr>This is an example of a white headline on a full screen, dark image</vt:lpstr>
      <vt:lpstr>This is an example of a black headline on a full screen, light image</vt:lpstr>
      <vt:lpstr>This is an example of a black headline on a white background</vt:lpstr>
      <vt:lpstr>This is an example of a 27pt headline with a 27pt line spacing</vt:lpstr>
      <vt:lpstr>Sample slide with table and text</vt:lpstr>
      <vt:lpstr>Sample slide with table and text</vt:lpstr>
      <vt:lpstr>Example chart - Line</vt:lpstr>
      <vt:lpstr>Example chart - Pie</vt:lpstr>
      <vt:lpstr>Example chart - Column</vt:lpstr>
      <vt:lpstr>Example chart - Column</vt:lpstr>
    </vt:vector>
  </TitlesOfParts>
  <Company>TU/e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of a title at the top</dc:title>
  <dc:creator>Ven, I.M.J. van de</dc:creator>
  <cp:lastModifiedBy>Kuijpers, Daan</cp:lastModifiedBy>
  <cp:revision>3</cp:revision>
  <dcterms:created xsi:type="dcterms:W3CDTF">2019-11-27T15:26:32Z</dcterms:created>
  <dcterms:modified xsi:type="dcterms:W3CDTF">2026-06-02T14:55:03Z</dcterms:modified>
</cp:coreProperties>
</file>